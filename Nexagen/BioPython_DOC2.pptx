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DD78-8E3A-4C65-80A6-6FE95A31D89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C264-F0C4-402E-93A0-7C32BC42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95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DD78-8E3A-4C65-80A6-6FE95A31D89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C264-F0C4-402E-93A0-7C32BC42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4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DD78-8E3A-4C65-80A6-6FE95A31D89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C264-F0C4-402E-93A0-7C32BC42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658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DD78-8E3A-4C65-80A6-6FE95A31D89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C264-F0C4-402E-93A0-7C32BC42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51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DD78-8E3A-4C65-80A6-6FE95A31D89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C264-F0C4-402E-93A0-7C32BC42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02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DD78-8E3A-4C65-80A6-6FE95A31D89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C264-F0C4-402E-93A0-7C32BC42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60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DD78-8E3A-4C65-80A6-6FE95A31D89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C264-F0C4-402E-93A0-7C32BC42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53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DD78-8E3A-4C65-80A6-6FE95A31D89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C264-F0C4-402E-93A0-7C32BC42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98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DD78-8E3A-4C65-80A6-6FE95A31D89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C264-F0C4-402E-93A0-7C32BC42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890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DD78-8E3A-4C65-80A6-6FE95A31D89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C264-F0C4-402E-93A0-7C32BC42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14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DD78-8E3A-4C65-80A6-6FE95A31D89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C264-F0C4-402E-93A0-7C32BC42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4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EDD78-8E3A-4C65-80A6-6FE95A31D89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DC264-F0C4-402E-93A0-7C32BC42C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3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6675" b="33389"/>
          <a:stretch/>
        </p:blipFill>
        <p:spPr>
          <a:xfrm>
            <a:off x="-141976" y="1097279"/>
            <a:ext cx="12564754" cy="42426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38698" y="2442754"/>
            <a:ext cx="6374674" cy="13062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Operations &amp; </a:t>
            </a:r>
            <a:r>
              <a:rPr 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Biopython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63393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8616" y="585532"/>
            <a:ext cx="8538754" cy="583883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2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Biopython</a:t>
            </a:r>
            <a:r>
              <a:rPr lang="az-Latn-AZ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-da</a:t>
            </a:r>
            <a:r>
              <a:rPr 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Obyekti</a:t>
            </a:r>
            <a:r>
              <a:rPr 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Əsas</a:t>
            </a:r>
            <a:r>
              <a:rPr 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Əməliyyatlar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67753" y="5842337"/>
            <a:ext cx="7580811" cy="461665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41959" y="1737879"/>
            <a:ext cx="11652069" cy="29238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String vs Biopython Seq</a:t>
            </a:r>
            <a:endParaRPr kumimoji="0" lang="az-Latn-AZ" altLang="en-US" sz="24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Proqramlaşdırma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nöqteyi-nəzərindən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ikisi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az-Latn-AZ" altLang="en-US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STRİNG</a:t>
            </a:r>
            <a:r>
              <a:rPr kumimoji="0" lang="az-Latn-AZ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tipli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məlumatdır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Lakin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aralarında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fundamental </a:t>
            </a:r>
            <a:r>
              <a:rPr kumimoji="0" lang="en-US" altLang="en-US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fərq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az-Latn-AZ" altLang="en-US" sz="20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String: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Sadəcə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simvollar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yığınıdır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Python ATGC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ardıcıllığının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DNT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olduğunu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onun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bioloji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funksiyasını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bilmir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Biopython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bioloji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yaddaşı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obyektdir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O,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öz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daxilində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daşıyır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vasitəsilə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biz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birbaşa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bioloji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prosesləri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məsələn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translasiya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simulyasiya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edə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bilərik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00" y="5289292"/>
            <a:ext cx="10683129" cy="119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4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30137" y="581297"/>
            <a:ext cx="6324600" cy="67263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DNT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Ardıcıllığı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İş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z-Latn-AZ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İndex</a:t>
            </a:r>
            <a:endParaRPr lang="en-US" sz="36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70263" y="5011140"/>
            <a:ext cx="11194867" cy="83099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z-Latn-AZ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İndexing (</a:t>
            </a:r>
            <a:r>
              <a:rPr kumimoji="0" lang="az-Latn-AZ" altLang="en-US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İndeksləmə)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az-Latn-AZ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DNA</a:t>
            </a:r>
            <a:r>
              <a:rPr kumimoji="0" lang="az-Latn-AZ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ardıcıllığındakı nukleotidləri indekslərinə görə müəyyən edirik. Unutmamalıq ki, Pythonda indeksləməyə 0-dan başlayırıq.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63" y="1731644"/>
            <a:ext cx="11131667" cy="244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97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77886" y="457199"/>
            <a:ext cx="6527074" cy="740637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DNT </a:t>
            </a:r>
            <a:r>
              <a:rPr lang="en-US" sz="36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Ardıcıllığı</a:t>
            </a:r>
            <a:r>
              <a:rPr lang="en-US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lang="en-US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İş</a:t>
            </a:r>
            <a:r>
              <a:rPr lang="en-US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Uzunluq</a:t>
            </a:r>
            <a:r>
              <a:rPr lang="az-Latn-AZ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-379" b="81503"/>
          <a:stretch/>
        </p:blipFill>
        <p:spPr>
          <a:xfrm>
            <a:off x="705394" y="1532642"/>
            <a:ext cx="10444610" cy="8478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80081"/>
          <a:stretch/>
        </p:blipFill>
        <p:spPr>
          <a:xfrm>
            <a:off x="705394" y="2715263"/>
            <a:ext cx="10444610" cy="894647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57201" y="4383243"/>
            <a:ext cx="11403874" cy="13849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Length (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Uzunluq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Bioinformatikada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ardıcıllığın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uzunluğu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onun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hansı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genom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hissəsini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təmsil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etdiyini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bilmək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vacibdir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Python-un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funksiyası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tapılır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303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93720" y="287383"/>
            <a:ext cx="6004560" cy="596946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DNT </a:t>
            </a:r>
            <a:r>
              <a:rPr lang="en-US" sz="36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Ardıcıllığı</a:t>
            </a:r>
            <a:r>
              <a:rPr lang="en-US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lang="en-US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İş</a:t>
            </a:r>
            <a:r>
              <a:rPr lang="en-US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z-Latn-AZ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Slicing</a:t>
            </a:r>
            <a:endParaRPr 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27816" y="1210745"/>
            <a:ext cx="4676504" cy="16312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Slicing (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Dilimləmə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müəyyən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hissəsini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məsələn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yalnız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ekzonları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promotoru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kəsib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götürmək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olunur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kumimoji="0" lang="az-Latn-AZ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başlanğıc:son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formatında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yazılır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01" t="1163" r="47204" b="-1163"/>
          <a:stretch/>
        </p:blipFill>
        <p:spPr>
          <a:xfrm>
            <a:off x="0" y="1045709"/>
            <a:ext cx="6464478" cy="15929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9006" y="3213463"/>
            <a:ext cx="5499463" cy="258644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Qeyd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edək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'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obyektləri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sətirləri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indeksləmə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konvensiyalarına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uyğundur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ardıcıllığın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ilk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nömrələnir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dilim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etdikdə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ilk element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daxil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edilir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yəni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halda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4)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sonuncu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xaric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edilir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halda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12).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13475"/>
            <a:ext cx="5902754" cy="248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28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0840" y="326571"/>
            <a:ext cx="6370320" cy="583883"/>
          </a:xfrm>
          <a:ln>
            <a:solidFill>
              <a:schemeClr val="accent6">
                <a:lumMod val="5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Ardıcıllıqların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birləşdirilməsi</a:t>
            </a:r>
            <a:endParaRPr 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197" y="1251331"/>
            <a:ext cx="6568803" cy="2450944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7165" y="1685031"/>
            <a:ext cx="3949337" cy="12003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İki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kumimoji="0" lang="az-Latn-AZ" altLang="en-US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birləşdirmək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onları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az-Latn-AZ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toplamaq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etmək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9598" y="4322276"/>
            <a:ext cx="6096000" cy="19389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Biopython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ardıcıllığın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məzmununu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yoxlamır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məsələn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zülal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ardıcıllığı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DNT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ardıcıllığını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birləşdirdiyiniz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təqdirdə</a:t>
            </a:r>
            <a:r>
              <a:rPr lang="az-Latn-AZ"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az-Latn-AZ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elmi baxımdan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səhvdir</a:t>
            </a:r>
            <a:r>
              <a:rPr lang="az-Latn-AZ"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amma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z-Latn-AZ" sz="2400" b="0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US" sz="2400" b="0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yaratmayacaq</a:t>
            </a:r>
            <a:r>
              <a:rPr lang="en-US" sz="2400" b="0" i="0" dirty="0" smtClean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9" y="3702275"/>
            <a:ext cx="5770789" cy="264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488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89" y="1099355"/>
            <a:ext cx="5638800" cy="1380717"/>
          </a:xfrm>
          <a:ln>
            <a:solidFill>
              <a:schemeClr val="accent6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algn="l"/>
            <a:r>
              <a:rPr lang="az-Latn-AZ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oplamaq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çox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ardıcıllıq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bilər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for </a:t>
            </a:r>
            <a:r>
              <a:rPr lang="az-Latn-AZ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loop-u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edilə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bilər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081" y="640115"/>
            <a:ext cx="6066919" cy="22991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22526"/>
          <a:stretch/>
        </p:blipFill>
        <p:spPr>
          <a:xfrm>
            <a:off x="191589" y="4249719"/>
            <a:ext cx="7040880" cy="1926078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73292" y="4359915"/>
            <a:ext cx="3644537" cy="1815882"/>
          </a:xfrm>
          <a:prstGeom prst="rect">
            <a:avLst/>
          </a:prstGeom>
          <a:solidFill>
            <a:srgbClr val="FCFCF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sətirləri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kimi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Biopython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-un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kumimoji="0" lang="az-Latn-AZ" altLang="en-US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obyetktin</a:t>
            </a:r>
            <a:r>
              <a:rPr lang="az-Latn-AZ" alt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metodu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.join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7540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896983" y="650390"/>
            <a:ext cx="10232571" cy="95410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strings have very useful 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upper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methods for changing the case. For example,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83" y="2051956"/>
            <a:ext cx="10218865" cy="383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43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2377" y="186871"/>
            <a:ext cx="9144000" cy="788898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r>
              <a:rPr lang="az-Latn-AZ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DNA-da Komplementarlıq Prinsipi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63565"/>
          <a:stretch/>
        </p:blipFill>
        <p:spPr>
          <a:xfrm>
            <a:off x="9183189" y="1383429"/>
            <a:ext cx="2708366" cy="5018671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96537" y="1383429"/>
            <a:ext cx="5464629" cy="1938992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kumimoji="0" lang="az-Latn-AZ" altLang="en-US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Nukleotid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ardıcıllıqları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obyektin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daxili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metodlarından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edərək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onun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az-Latn-AZ" altLang="en-US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KOMPLEMENTAR</a:t>
            </a:r>
            <a:r>
              <a:rPr kumimoji="0" lang="az-Latn-AZ" altLang="en-US" b="0" i="0" u="none" strike="noStrike" cap="none" normalizeH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lang="az-Latn-AZ" altLang="en-US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z-Latn-AZ" alt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 KOMPLEMENTAR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asanlıqla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əldə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bilərsiniz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37" y="3423022"/>
            <a:ext cx="8020595" cy="297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92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0" y="188730"/>
            <a:ext cx="1147762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369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3176" y="235130"/>
            <a:ext cx="3378926" cy="70144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az-Latn-AZ" sz="4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Transkripsiya</a:t>
            </a:r>
            <a:endParaRPr lang="en-US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9783" y="1039847"/>
            <a:ext cx="11617234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z-Latn-AZ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İ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ndi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Biopython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-da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transkripsiya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etməyə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başlayaq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Əvvəlcə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kumimoji="0" lang="az-Latn-AZ" altLang="en-US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kodlaşdırma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şablon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DNT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zəncirləri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obyektlər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yaradaq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42716"/>
          <a:stretch/>
        </p:blipFill>
        <p:spPr>
          <a:xfrm>
            <a:off x="439783" y="2097222"/>
            <a:ext cx="9444444" cy="1348877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39783" y="3549367"/>
            <a:ext cx="11460480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kumimoji="0" lang="az-Latn-AZ" altLang="en-US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İndi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obyektin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daxili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metodundan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edərək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kodlaşdırma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zəncirini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müvafiq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mRNT-yə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köçürək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transcribe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79" y="4606742"/>
            <a:ext cx="9396548" cy="191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292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933994" y="569789"/>
            <a:ext cx="10324011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kumimoji="0" lang="az-Latn-AZ" altLang="en-US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həmçinin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mRNT-dən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DNT-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kodlaşdırma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zəncirinə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keçmək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kumimoji="0" lang="az-Latn-AZ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əks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transkripsiya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metodunu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əhatə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94" y="1920511"/>
            <a:ext cx="10561320" cy="367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02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70662" y="205060"/>
            <a:ext cx="3849189" cy="84514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az-Latn-AZ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Translyasiya</a:t>
            </a:r>
            <a:endParaRPr lang="en-US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04948" y="1477093"/>
            <a:ext cx="11103427" cy="13849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Yuxarıdakı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transkripsiya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bölməsində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müzakirə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edilən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eyni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nümunəyə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sadiq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qalaraq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mRNT-ni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müvafiq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zülal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ardıcıllığına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çevirək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yenə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kumimoji="0" lang="az-Latn-AZ" altLang="en-US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obyektin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bioloji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metodlarından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birindən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edək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48" y="3324224"/>
            <a:ext cx="11661077" cy="276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12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4536" y="182880"/>
            <a:ext cx="4345577" cy="779826"/>
          </a:xfrm>
        </p:spPr>
        <p:txBody>
          <a:bodyPr>
            <a:normAutofit/>
          </a:bodyPr>
          <a:lstStyle/>
          <a:p>
            <a:r>
              <a:rPr lang="az-Latn-AZ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GC Percentage</a:t>
            </a:r>
            <a:endParaRPr lang="en-US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02" y="1074198"/>
            <a:ext cx="7121504" cy="2201714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02702" y="3387404"/>
            <a:ext cx="11236304" cy="830997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Yuxarıdakı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parçasından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GC%-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hesablamaq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üçün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istifadə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bilsəniz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Bio.SeqUtils</a:t>
            </a:r>
            <a:r>
              <a:rPr kumimoji="0" lang="az-Latn-AZ" altLang="en-US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modulun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artıq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neçə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GC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funksiyası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z-Latn-AZ" altLang="en-US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Məsələn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02" y="4329893"/>
            <a:ext cx="7444855" cy="201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03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351</Words>
  <Application>Microsoft Office PowerPoint</Application>
  <PresentationFormat>Widescreen</PresentationFormat>
  <Paragraphs>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Biopython-da Seq Obyekti və Əsas Əməliyyatlar</vt:lpstr>
      <vt:lpstr>DNT Ardıcıllığı ilə İş: İndex</vt:lpstr>
      <vt:lpstr>DNT Ardıcıllığı ilə İş: Uzunluq </vt:lpstr>
      <vt:lpstr>DNT Ardıcıllığı ilə İş: Slicing</vt:lpstr>
      <vt:lpstr>Ardıcıllıqların birləşdirilməsi</vt:lpstr>
      <vt:lpstr>Toplamaq üçün bir çox ardıcıllıq ola bilər ki, bu da for loop-u ilə edilə bilər:</vt:lpstr>
      <vt:lpstr>Python strings have very useful upper and lower methods for changing the case. For example, </vt:lpstr>
      <vt:lpstr>DNA-da Komplementarlıq Prinsipi</vt:lpstr>
      <vt:lpstr>PowerPoint Presentation</vt:lpstr>
      <vt:lpstr>Transkripsiya</vt:lpstr>
      <vt:lpstr>Obyekt Seq həmçinin mRNT-dən DNT-nin kodlaşdırma zəncirinə keçmək üçün əks transkripsiya metodunu da əhatə edir. </vt:lpstr>
      <vt:lpstr>Translyasiya</vt:lpstr>
      <vt:lpstr>GC Percentage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 Operations &amp; Biopython Basics</dc:title>
  <dc:creator>Windows User</dc:creator>
  <cp:lastModifiedBy>Windows User</cp:lastModifiedBy>
  <cp:revision>9</cp:revision>
  <dcterms:created xsi:type="dcterms:W3CDTF">2026-05-01T05:40:02Z</dcterms:created>
  <dcterms:modified xsi:type="dcterms:W3CDTF">2026-05-01T07:27:49Z</dcterms:modified>
</cp:coreProperties>
</file>