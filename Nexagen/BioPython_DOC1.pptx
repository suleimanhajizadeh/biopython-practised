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8" r:id="rId13"/>
    <p:sldId id="267" r:id="rId14"/>
    <p:sldId id="269" r:id="rId15"/>
    <p:sldId id="270" r:id="rId16"/>
    <p:sldId id="272" r:id="rId17"/>
    <p:sldId id="275" r:id="rId18"/>
    <p:sldId id="271" r:id="rId19"/>
    <p:sldId id="273" r:id="rId20"/>
    <p:sldId id="274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2" autoAdjust="0"/>
    <p:restoredTop sz="94660"/>
  </p:normalViewPr>
  <p:slideViewPr>
    <p:cSldViewPr snapToGrid="0">
      <p:cViewPr>
        <p:scale>
          <a:sx n="66" d="100"/>
          <a:sy n="66" d="100"/>
        </p:scale>
        <p:origin x="32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57FD-F684-4DB2-9040-FCA5A24C63C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5CE78-C7DD-44D8-80B5-02D0E818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18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57FD-F684-4DB2-9040-FCA5A24C63C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5CE78-C7DD-44D8-80B5-02D0E818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32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57FD-F684-4DB2-9040-FCA5A24C63C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5CE78-C7DD-44D8-80B5-02D0E818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116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57FD-F684-4DB2-9040-FCA5A24C63C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5CE78-C7DD-44D8-80B5-02D0E818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494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57FD-F684-4DB2-9040-FCA5A24C63C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5CE78-C7DD-44D8-80B5-02D0E818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03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57FD-F684-4DB2-9040-FCA5A24C63C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5CE78-C7DD-44D8-80B5-02D0E818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98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57FD-F684-4DB2-9040-FCA5A24C63C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5CE78-C7DD-44D8-80B5-02D0E818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377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57FD-F684-4DB2-9040-FCA5A24C63C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5CE78-C7DD-44D8-80B5-02D0E818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727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57FD-F684-4DB2-9040-FCA5A24C63C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5CE78-C7DD-44D8-80B5-02D0E818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870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57FD-F684-4DB2-9040-FCA5A24C63C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5CE78-C7DD-44D8-80B5-02D0E818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72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57FD-F684-4DB2-9040-FCA5A24C63C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5CE78-C7DD-44D8-80B5-02D0E818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98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257FD-F684-4DB2-9040-FCA5A24C63C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5CE78-C7DD-44D8-80B5-02D0E8189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6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anaconda.com/download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507673"/>
            <a:ext cx="9144000" cy="1002290"/>
          </a:xfrm>
        </p:spPr>
        <p:txBody>
          <a:bodyPr/>
          <a:lstStyle/>
          <a:p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Bioinformatika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BioPython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186"/>
            <a:ext cx="12192000" cy="435032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0" y="2507672"/>
            <a:ext cx="5036457" cy="215141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Bioinformatika</a:t>
            </a:r>
            <a:r>
              <a:rPr lang="en-US" sz="48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z-Latn-AZ" sz="4800" b="1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8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endParaRPr lang="az-Latn-AZ" sz="4800" b="1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8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BioPython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462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05345" y="178201"/>
            <a:ext cx="10503196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Bioinformatika</a:t>
            </a: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Diqq</a:t>
            </a:r>
            <a:r>
              <a:rPr kumimoji="0" lang="az-Latn-AZ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ət </a:t>
            </a:r>
            <a:r>
              <a:rPr kumimoji="0" lang="en-US" altLang="en-US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yetirməli</a:t>
            </a: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olduğu</a:t>
            </a:r>
            <a:r>
              <a:rPr kumimoji="0" lang="az-Latn-AZ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muz</a:t>
            </a: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maraqlı</a:t>
            </a: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bioloji</a:t>
            </a: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problemlər</a:t>
            </a:r>
            <a:endParaRPr kumimoji="0" lang="en-US" altLang="en-US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3345" y="1080655"/>
            <a:ext cx="4835238" cy="56803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Bioinformatika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biologiyanı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tibbi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daha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dəqiq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anlamağa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kömək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etmək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üçün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böyük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imkanlar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təqdim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edir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Bioinformatika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biologiya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tibb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anlayışlarını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proqramlaşdırma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alətləri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ilə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birləşdirərək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sahələri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daha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yaxşı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başa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düşməyə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imkan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verən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effektiv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yanaşmadır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Tədqiqatçı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orqanizmi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təşkil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edən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mümkün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qədər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geniş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məlumat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spektrini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müəyyən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etməlidir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Daha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sonra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isə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informasiyanın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pozulmasının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hansı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kontekstdə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xəstəliyə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səbəb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olduğunu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anlamalıdır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Müasir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dövrdə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bioinformatika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əsasən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alqoritmlər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maşın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öyrənməsi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metodları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ilə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bağlıdır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kursda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əsas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diqqət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alqoritmlərə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yönəldilir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Kurs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bölmədən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ibarətdir</a:t>
            </a:r>
            <a:endParaRPr lang="en-US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264" y="897515"/>
            <a:ext cx="5617572" cy="586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94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26127" y="138545"/>
            <a:ext cx="3200399" cy="739054"/>
          </a:xfrm>
        </p:spPr>
        <p:txBody>
          <a:bodyPr>
            <a:normAutofit/>
          </a:bodyPr>
          <a:lstStyle/>
          <a:p>
            <a:r>
              <a:rPr lang="az-Latn-AZ" sz="4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DNA nədir?</a:t>
            </a:r>
            <a:endParaRPr lang="en-US" sz="4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983" y="877599"/>
            <a:ext cx="5278582" cy="1865601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algn="l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DNT 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dezoksiribonuklein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turşusu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canlı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orqanizmlərin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təlimat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kitabı”dır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O,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hər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hüceyrənin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içində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yerləşir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bədənin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necə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qurulacağını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necə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işləyəcəyini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necə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bərpa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olunacağını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idarə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edən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bütün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genetik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məlumatı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daşıyır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210" y="-1"/>
            <a:ext cx="6359791" cy="41840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92830"/>
            <a:ext cx="5652655" cy="395685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52655" y="4602919"/>
            <a:ext cx="6539345" cy="22467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DNT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dörd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əsas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hərfdən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ibarətdir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A, T, G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C. Bu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hərflərin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xüsusi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ardıcıllığı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genləri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yaradır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hər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gen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müəyyən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funksiyanı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idarə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edir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məsələn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göz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rəngi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zülal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sintezi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hüceyrə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fəaliyyəti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592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07818" y="86157"/>
            <a:ext cx="7010400" cy="628218"/>
          </a:xfrm>
        </p:spPr>
        <p:txBody>
          <a:bodyPr>
            <a:normAutofit/>
          </a:bodyPr>
          <a:lstStyle/>
          <a:p>
            <a:r>
              <a:rPr lang="en-US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Central Dogma and Genetic Code</a:t>
            </a:r>
            <a:endParaRPr 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8061" b="11572"/>
          <a:stretch/>
        </p:blipFill>
        <p:spPr>
          <a:xfrm>
            <a:off x="0" y="812655"/>
            <a:ext cx="5678258" cy="257694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09856" y="612631"/>
            <a:ext cx="5680364" cy="27769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Molekulyar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biologiyanın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mərkəzi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dogması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genetik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informasiyanın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axınını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izah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edir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DNT-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dən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RNT-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yə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oradan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isə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funksional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məhsul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olan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zülalın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sintezinə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doğru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z-Latn-AZ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Mərkəzi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dogmaya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görə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DNT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bütün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zülalların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sintezi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üçün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lazım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olan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informasiyanı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ehtiva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edir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RNT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informasiyanı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ribosoma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daşıyan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mesajçı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rolunu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oynayır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745" y="3543983"/>
            <a:ext cx="4904511" cy="331401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24690" y="3543983"/>
            <a:ext cx="6677891" cy="32031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Transkripsiya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zamanı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hər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hüceyrədəki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DNT-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də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olan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informasiya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kiçik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daşına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bilən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RNT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mesajlarına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çevrilir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z-Latn-AZ" sz="21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Translyasiya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zamanı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isə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mesajlar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hüceyrə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nüvəsində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yerləşən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DNT-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dən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ribosomlara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daşınır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burada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genetik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koddan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istifadə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edilərək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oxunur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spesifik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zülallar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sintez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olunur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z-Latn-AZ" sz="21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ifadəsi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(gene expression)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isə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zülal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istehsalının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miqdarını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artıran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azaldan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ciddi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şəkildə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tənzimlənən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prosesdir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38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49381" y="4180344"/>
            <a:ext cx="1183779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DNT → RNT →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Zülallar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DNT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genləri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kodlayır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genlərin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əksəriyyəti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genetik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vasitəsilə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zülalların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sintezi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üçün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informasiya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daşıyır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Zülallar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hüceyrədə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baş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verən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proseslərin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böyük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hissəsini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yerinə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yetirir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RNT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aralıq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mərhələ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kimi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çıxış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eyni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zamanda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başqa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funksiyalara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malikdir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Hazırda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çox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böyük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həcmdə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məlumat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mövcuddur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məlumatları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anlamaq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üçün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alqoritmlərə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ehtiyac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var.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127" y="497085"/>
            <a:ext cx="9850582" cy="319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814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2508" y="221674"/>
            <a:ext cx="3172691" cy="697490"/>
          </a:xfrm>
        </p:spPr>
        <p:txBody>
          <a:bodyPr>
            <a:normAutofit fontScale="90000"/>
          </a:bodyPr>
          <a:lstStyle/>
          <a:p>
            <a:r>
              <a:rPr lang="az-Latn-AZ" sz="4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Sağlam Fərd</a:t>
            </a:r>
            <a:endParaRPr lang="en-US" sz="4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07816" y="1062904"/>
            <a:ext cx="957349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 —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hüceyrə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orqanizm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üçün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mənalı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siqnal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yaradan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DNT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ardıcıllığıdır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genlərin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əksəriyyəti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zülalların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sintezi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üçün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təlimat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rolunu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oynayır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bəziləri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isə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zülal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kodlamır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Aşağıda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beta-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qlobin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geninin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FASTA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formatında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DNT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ardıcıllığı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verilmişdir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Bu gen hemoglobin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zülalının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alt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vahidini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aşağıdakı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ardıcıllıq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kodlayır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1309" y="0"/>
            <a:ext cx="3086255" cy="27570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601" y="2757054"/>
            <a:ext cx="10933835" cy="410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994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" y="152400"/>
            <a:ext cx="3366655" cy="752908"/>
          </a:xfrm>
        </p:spPr>
        <p:txBody>
          <a:bodyPr>
            <a:normAutofit/>
          </a:bodyPr>
          <a:lstStyle/>
          <a:p>
            <a:r>
              <a:rPr lang="az-Latn-AZ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Xəstə Fərd</a:t>
            </a:r>
            <a:endParaRPr lang="en-US" sz="4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793314" y="-174059"/>
            <a:ext cx="2219864" cy="25775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52" y="1114695"/>
            <a:ext cx="9412039" cy="546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33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80509" y="113431"/>
            <a:ext cx="4738254" cy="669781"/>
          </a:xfrm>
        </p:spPr>
        <p:txBody>
          <a:bodyPr>
            <a:normAutofit fontScale="90000"/>
          </a:bodyPr>
          <a:lstStyle/>
          <a:p>
            <a:r>
              <a:rPr lang="en-US" sz="4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the gene</a:t>
            </a:r>
            <a:endParaRPr lang="en-US" sz="4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09624"/>
            <a:ext cx="12011891" cy="594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817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98272" y="207818"/>
            <a:ext cx="5195455" cy="586654"/>
          </a:xfrm>
        </p:spPr>
        <p:txBody>
          <a:bodyPr>
            <a:noAutofit/>
          </a:bodyPr>
          <a:lstStyle/>
          <a:p>
            <a:r>
              <a:rPr lang="az-Latn-AZ" sz="4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DNA is BİG DATA</a:t>
            </a:r>
            <a:endParaRPr lang="en-US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29491" y="1433468"/>
            <a:ext cx="1133301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Hər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autosom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hüceyrədə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46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xromosom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mövcuddur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az-Latn-AZ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Əgər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46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ikiqat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DNT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zəncirini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açıb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uclar-uca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düzülmüş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formada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yerləşdirsək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uzunluğu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təxminən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lakin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yalnız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hüceyrə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üçün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keçərlidir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az-Latn-AZ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z-Latn-AZ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İnsan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orqanizmində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təxminən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3.7×10¹³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hüceyrə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buna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uyğun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olaraq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1.7×10¹⁵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xromosom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zəncir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mövcuddur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Buna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görə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insan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orqanizmindəki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bütün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DNT-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lər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ucdan-uca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düzülərsə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uzunluğu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təxminən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7.4×10¹⁰ km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50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milyard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mil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təşkil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edər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Hazırkı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insan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populyasiyasındakı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bütün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DNT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təxminən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20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milyon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işıq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uzunluğuna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bərabər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həm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məlumat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miqdarı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baxımından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çox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böyük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rəqəmlərdir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biosferdəki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ümumi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informasiya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miqdarı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üçün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aşağı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hədd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təxminən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5.3 × 10³¹ (±3.6 × 10³¹)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meqabaza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(Mb) DNT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olaraq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qiymətləndirilir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9908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60618" y="207817"/>
            <a:ext cx="4516582" cy="655927"/>
          </a:xfrm>
        </p:spPr>
        <p:txBody>
          <a:bodyPr>
            <a:normAutofit/>
          </a:bodyPr>
          <a:lstStyle/>
          <a:p>
            <a:r>
              <a:rPr lang="az-Latn-AZ" sz="4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 VS Computer</a:t>
            </a:r>
            <a:endParaRPr lang="en-US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64" y="863744"/>
            <a:ext cx="10335491" cy="580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645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79913" y="145774"/>
            <a:ext cx="5632174" cy="567979"/>
          </a:xfrm>
        </p:spPr>
        <p:txBody>
          <a:bodyPr>
            <a:normAutofit fontScale="90000"/>
          </a:bodyPr>
          <a:lstStyle/>
          <a:p>
            <a:r>
              <a:rPr lang="az-Latn-AZ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Python-un Quraşdırılması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9112" y="1031117"/>
            <a:ext cx="11012557" cy="479632"/>
          </a:xfrm>
        </p:spPr>
        <p:txBody>
          <a:bodyPr/>
          <a:lstStyle/>
          <a:p>
            <a:pPr algn="l"/>
            <a:r>
              <a:rPr lang="az-Latn-AZ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1.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https://www.anaconda.com/download</a:t>
            </a:r>
            <a:r>
              <a:rPr lang="az-Latn-AZ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10027" y="1828113"/>
            <a:ext cx="3063145" cy="41207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 </a:t>
            </a:r>
            <a:r>
              <a:rPr lang="en-US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zamanı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✔️ “Install for Just Me” </a:t>
            </a:r>
            <a:r>
              <a:rPr lang="en-US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seç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✔️ “Add to PATH” 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✔️ “Register Anaconda as default Python” </a:t>
            </a:r>
            <a:r>
              <a:rPr lang="en-US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seç</a:t>
            </a:r>
            <a:endParaRPr lang="en-US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103" y="1031117"/>
            <a:ext cx="5471566" cy="524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390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12612"/>
            <a:ext cx="9276522" cy="549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909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948" y="661987"/>
            <a:ext cx="9912626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256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78" y="0"/>
            <a:ext cx="11542643" cy="663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48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443" y="375201"/>
            <a:ext cx="9598923" cy="640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573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538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4953" y="1039836"/>
            <a:ext cx="9144000" cy="2387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827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594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287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945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7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46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2" y="0"/>
            <a:ext cx="12178748" cy="677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204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938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58457" y="275771"/>
            <a:ext cx="5675085" cy="781278"/>
          </a:xfrm>
        </p:spPr>
        <p:txBody>
          <a:bodyPr>
            <a:normAutofit/>
          </a:bodyPr>
          <a:lstStyle/>
          <a:p>
            <a:r>
              <a:rPr lang="az-Latn-AZ" sz="4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BioPython Yüklənməsi</a:t>
            </a:r>
            <a:endParaRPr lang="en-US" sz="4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0515" y="4966381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az-Latn-A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!pip install module_name</a:t>
            </a:r>
            <a:r>
              <a:rPr lang="az-Latn-AZ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yazılan hissəyə </a:t>
            </a:r>
          </a:p>
          <a:p>
            <a:pPr algn="l"/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!pip install </a:t>
            </a:r>
            <a:r>
              <a:rPr lang="en-US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biopython</a:t>
            </a:r>
            <a:r>
              <a:rPr lang="az-Latn-AZ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z-Latn-AZ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kodunu yazın və RUN edin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268" y="1195471"/>
            <a:ext cx="7151461" cy="363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115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599</Words>
  <Application>Microsoft Office PowerPoint</Application>
  <PresentationFormat>Widescreen</PresentationFormat>
  <Paragraphs>44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 Theme</vt:lpstr>
      <vt:lpstr>Bioinformatika &amp; BioPython</vt:lpstr>
      <vt:lpstr>PowerPoint Presentation</vt:lpstr>
      <vt:lpstr>DNA nədir?</vt:lpstr>
      <vt:lpstr>Central Dogma and Genetic Code</vt:lpstr>
      <vt:lpstr>PowerPoint Presentation</vt:lpstr>
      <vt:lpstr>Sağlam Fərd</vt:lpstr>
      <vt:lpstr>Xəstə Fərd</vt:lpstr>
      <vt:lpstr>Structure of the gene</vt:lpstr>
      <vt:lpstr>DNA is BİG DATA</vt:lpstr>
      <vt:lpstr>Cell VS Computer</vt:lpstr>
      <vt:lpstr>Python-un Quraşdırılması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BioPython Yüklənməsi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Bioinformatika &amp; BioPython</dc:title>
  <dc:creator>Windows User</dc:creator>
  <cp:lastModifiedBy>Windows User</cp:lastModifiedBy>
  <cp:revision>9</cp:revision>
  <dcterms:created xsi:type="dcterms:W3CDTF">2026-04-30T16:30:08Z</dcterms:created>
  <dcterms:modified xsi:type="dcterms:W3CDTF">2026-04-30T17:56:59Z</dcterms:modified>
</cp:coreProperties>
</file>